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CÔNG NGHỆ PHẦN MỀM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Giới thiệu học phần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Vòng đời phần mềm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Phân tích - Thiết kế - Cài đặt - Bảo trì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Mô hình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Waterfall, Agile, Scrum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Tầm quan trọng của quy trình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